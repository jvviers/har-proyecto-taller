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Urbanist Medium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Medium-bold.fntdata"/><Relationship Id="rId14" Type="http://schemas.openxmlformats.org/officeDocument/2006/relationships/font" Target="fonts/UrbanistMedium-regular.fntdata"/><Relationship Id="rId17" Type="http://schemas.openxmlformats.org/officeDocument/2006/relationships/font" Target="fonts/UrbanistMedium-boldItalic.fntdata"/><Relationship Id="rId16" Type="http://schemas.openxmlformats.org/officeDocument/2006/relationships/font" Target="fonts/Urbanist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507456"/>
            <a:ext cx="11601450" cy="890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75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HAR </a:t>
            </a:r>
            <a:r>
              <a:rPr b="1" i="0" lang="en-US" sz="6375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Dashboard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588543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Reconocimiento de Actividad Humana con MHEALTH Dataset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Inferencia de alto rendimiento mediante ONNX y Astro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18000" y="5212625"/>
            <a:ext cx="42204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Autor: Javier Gamboa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Ramo: Taller integrado de ciencia de datos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Profesor: </a:t>
            </a:r>
            <a:r>
              <a:rPr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César</a:t>
            </a:r>
            <a:r>
              <a:rPr lang="en-US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Astudillo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0" y="2447925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000613" y="2771775"/>
            <a:ext cx="61907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Contexto del </a:t>
            </a:r>
            <a:r>
              <a:rPr b="1" i="0" lang="en-US" sz="4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Problema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648075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Análisis de señales de sensores vestibles (Acelerómetros, Giroscopios y ECG) para la clasificación de 12 actividades físicas.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762000" y="7620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Dataset MHEALTH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571500" y="7620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1762125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Datos de Sensores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227647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Utilizamos registros de sensores colocados en el pecho, tobillo y brazo de 10 sujetos.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30384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Las señales capturan el movimiento tridimensional y la actividad eléctrica del corazón (ECG) a una frecuencia de 50Hz.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408622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desafío principal radica en transformar estos logs crudos en predicciones precisas en tiempo real.</a:t>
            </a:r>
            <a:endParaRPr/>
          </a:p>
        </p:txBody>
      </p:sp>
      <p:pic>
        <p:nvPicPr>
          <p:cNvPr id="107" name="Google Shape;10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2075" y="1040125"/>
            <a:ext cx="4322201" cy="42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28812"/>
            <a:ext cx="35559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928812"/>
            <a:ext cx="35559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928812"/>
            <a:ext cx="3556099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866775" y="2928937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Frontend: Astro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66775" y="3529012"/>
            <a:ext cx="2965400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Utilizamos Astro por su extrema ligereza y velocidad. Combinado con </a:t>
            </a:r>
            <a:r>
              <a:rPr b="1" i="0" lang="en-US" sz="12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Tailwind CSS</a:t>
            </a:r>
            <a:r>
              <a:rPr b="0" i="0" lang="en-US" sz="12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permite un dashboard responsivo y moderno donde la interacción es dinámica pero el peso es mínimo.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613225" y="2928937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Backend: Flask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613225" y="3529012"/>
            <a:ext cx="2965400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 servidor Python robusto que expone endpoints mediante </a:t>
            </a:r>
            <a:r>
              <a:rPr b="1" i="0" lang="en-US" sz="12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Flask-CORS</a:t>
            </a:r>
            <a:r>
              <a:rPr b="0" i="0" lang="en-US" sz="12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Se encarga de la comunicación fluida entre el cliente web y el motor de inferencia de IA.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359675" y="2928937"/>
            <a:ext cx="31138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IA: ONNX &amp; SciPy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359675" y="3529012"/>
            <a:ext cx="2965549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Inferencia rápida con </a:t>
            </a:r>
            <a:r>
              <a:rPr b="1" i="0" lang="en-US" sz="12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ONNX Runtime</a:t>
            </a:r>
            <a:r>
              <a:rPr b="0" i="0" lang="en-US" sz="12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sobre un modelo Random Forest. El preprocesamiento de señales se apoya en </a:t>
            </a:r>
            <a:r>
              <a:rPr b="1" i="0" lang="en-US" sz="12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SciPy (FFT)</a:t>
            </a:r>
            <a:r>
              <a:rPr b="0" i="0" lang="en-US" sz="12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Pandas y NumPy para cálculos de alta precisión.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26218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262187"/>
            <a:ext cx="3714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26218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Stack Tecnológico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1500" y="2909887"/>
            <a:ext cx="52387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189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71500" y="4624387"/>
            <a:ext cx="523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FEATURES POR VENTANA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381750" y="278606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Procesamiento Científico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381750" y="330041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Convertimos 2.56 segundos de movimiento en un resumen estadístico único. Usamos SciPy para calcular: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6381750" y="4062412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Energía (FFT):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Transformada Rápida de Fourier.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381750" y="4348162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Estadísticas: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Skewness, Kurtosis, Desviación.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381750" y="4633912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Portabilidad: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Inferencia optimizada en formato ONNX.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105275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3910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67677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Vector de Características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71500" y="2145208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Interacción Dinámica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571500" y="2659550"/>
            <a:ext cx="10405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dashboard permite al usuario cargar archivos de datos del dataset MHEALTH y observar: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62000" y="3081058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00100" y="3081058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Línea de tiempo de actividades detectadas.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62000" y="3366808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00100" y="3366808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Análisis de confianza del modelo 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X.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2000" y="3652558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00100" y="3652558"/>
            <a:ext cx="5048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Visualización de las 189 características extraídas en tiempo real.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62000" y="571500"/>
            <a:ext cx="11401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Demostración en vivo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3775350" y="573575"/>
            <a:ext cx="57300" cy="61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1000125" y="2862262"/>
            <a:ext cx="10620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CORS &amp; Conectividad: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La configuración de Flask-CORS fue clave para permitir que el cliente Astro (Puerto 4321) hablara con la API (Puerto 5000).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1000125" y="3624262"/>
            <a:ext cx="10620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Optimización ONNX: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Migrar de .pkl a ONNX redujo drásticamente el tiempo de inferencia, haciendo que el dashboard se sintiera instantáneo.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000125" y="4386262"/>
            <a:ext cx="10620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Validación de Señales: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El uso de SciPy para la FFT permitió diferenciar actividades similares como caminar vs. subir escaleras mediante la energía de la señal.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56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5760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1960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Dificultades y Aprendizajes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295275" y="2405062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¿</a:t>
            </a:r>
            <a:r>
              <a:rPr b="1" i="0" lang="en-US" sz="6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Preguntas</a:t>
            </a: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974100" y="3621637"/>
            <a:ext cx="862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 github.com/</a:t>
            </a:r>
            <a:r>
              <a:rPr lang="en-US" sz="180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Jvviers/HAR-Proyecto-Taller</a:t>
            </a:r>
            <a:endParaRPr/>
          </a:p>
        </p:txBody>
      </p:sp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2163" y="3633776"/>
            <a:ext cx="242363" cy="2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